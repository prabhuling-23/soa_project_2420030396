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1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Introduce the project and team members. Mention the project is under the guidance of Dr. Neelima Gogineni, SOA Professor, Department of Computer Science and Engineering, KLH CSE Bowrampet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similar names do not always mean two records belong to the same person. The system flags possible duplicates for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describe the objectives: registration, candidate search, conflict checks, review, and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backend supports patient records, candidate search, proposals, validation, and merge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architecture from client to API to database. Postman is used to test the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each technology in one short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API workflow tested using Postman. Do not claim automated JUnit tests unless they have been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Separate completed work from future improvements. JWT, service discovery, and automated testing are future ideas unless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faculty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69080" y="0"/>
            <a:ext cx="109728" cy="685800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69110"/>
            <a:ext cx="292608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DE0F0"/>
                </a:solidFill>
                <a:latin typeface="Aptos"/>
              </a:defRPr>
            </a:pPr>
            <a:r>
              <a:rPr sz="2400" dirty="0"/>
              <a:t>SOA PROGRAMMING </a:t>
            </a:r>
            <a:r>
              <a:rPr lang="en-US" sz="2400" dirty="0"/>
              <a:t>HACKATHON</a:t>
            </a:r>
            <a:endParaRPr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3645746"/>
            <a:ext cx="2971800" cy="23391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UNDER THE GUIDANCE OF</a:t>
            </a:r>
          </a:p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Dr . Neelima Gogineni</a:t>
            </a:r>
          </a:p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SOA Professor,</a:t>
            </a:r>
          </a:p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Department of Computer Science and Engineering</a:t>
            </a:r>
          </a:p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KLH CSE</a:t>
            </a:r>
            <a:r>
              <a:rPr lang="en-US" dirty="0"/>
              <a:t> </a:t>
            </a:r>
            <a:r>
              <a:rPr dirty="0"/>
              <a:t>Bowra</a:t>
            </a:r>
            <a:r>
              <a:rPr lang="en-US" dirty="0"/>
              <a:t>m</a:t>
            </a:r>
            <a:r>
              <a:rPr dirty="0"/>
              <a:t>pet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744998"/>
            <a:ext cx="7086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69196"/>
                </a:solidFill>
                <a:latin typeface="Aptos"/>
              </a:defRPr>
            </a:pPr>
            <a:r>
              <a:rPr sz="2800" dirty="0"/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474024"/>
            <a:ext cx="356616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A323C"/>
                </a:solidFill>
                <a:latin typeface="Aptos"/>
              </a:defRPr>
            </a:pPr>
            <a:r>
              <a:rPr sz="2000" dirty="0"/>
              <a:t>Bhanu Prakash </a:t>
            </a:r>
            <a:r>
              <a:rPr lang="en-US" sz="2000" dirty="0"/>
              <a:t>	</a:t>
            </a:r>
            <a:r>
              <a:rPr sz="2000" dirty="0"/>
              <a:t>|  2420030365</a:t>
            </a:r>
            <a:br>
              <a:rPr sz="2000" dirty="0"/>
            </a:br>
            <a:r>
              <a:rPr sz="2000" dirty="0"/>
              <a:t>Prabhu ling  </a:t>
            </a:r>
            <a:r>
              <a:rPr lang="en-US" sz="2000" dirty="0"/>
              <a:t>		</a:t>
            </a:r>
            <a:r>
              <a:rPr sz="2000" dirty="0"/>
              <a:t>|  2420030396</a:t>
            </a:r>
            <a:br>
              <a:rPr sz="2000" dirty="0"/>
            </a:br>
            <a:r>
              <a:rPr sz="2000" dirty="0"/>
              <a:t>Pavan Teja </a:t>
            </a:r>
            <a:r>
              <a:rPr lang="en-US" sz="2000" dirty="0"/>
              <a:t>		</a:t>
            </a:r>
            <a:r>
              <a:rPr sz="2000" dirty="0"/>
              <a:t>|  2420030497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815447"/>
            <a:ext cx="6995160" cy="22860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6280" y="1154376"/>
            <a:ext cx="699516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B1AD8-59E6-20AD-86F2-C1AB13CD54A4}"/>
              </a:ext>
            </a:extLst>
          </p:cNvPr>
          <p:cNvSpPr txBox="1"/>
          <p:nvPr/>
        </p:nvSpPr>
        <p:spPr>
          <a:xfrm>
            <a:off x="4572000" y="1346841"/>
            <a:ext cx="7086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269196"/>
                </a:solidFill>
                <a:latin typeface="Aptos"/>
              </a:defRPr>
            </a:pPr>
            <a:r>
              <a:rPr lang="en-US" sz="2000" dirty="0"/>
              <a:t>DUPLICATE PATIENT RECORD MERGE REVIEW SYSTEM</a:t>
            </a:r>
          </a:p>
          <a:p>
            <a:pPr algn="l">
              <a:defRPr sz="1200" b="1">
                <a:solidFill>
                  <a:srgbClr val="269196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9375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77824"/>
            <a:ext cx="914400" cy="50292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978"/>
                </a:solidFill>
                <a:latin typeface="Aptos"/>
              </a:defRPr>
            </a:pPr>
            <a:r>
              <a:t>Why duplicate patient records need careful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150876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18013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562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7830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Multiple registrations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221992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A patient may be registered more than once in a hospital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82296" cy="150876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44568" y="18013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8562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7830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Similar names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221992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Two different patients may have the same or similar names.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0020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600200"/>
            <a:ext cx="82296" cy="150876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47888" y="18013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18562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Risk of mistakes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221992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Incorrect merging can mix up important patient information.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3703320"/>
            <a:ext cx="9144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508760" y="3703320"/>
            <a:ext cx="82296" cy="114300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09928" y="3904487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09928" y="395935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58568" y="3886200"/>
            <a:ext cx="82113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8568" y="4325112"/>
            <a:ext cx="82113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Find possible matches, flag conflicts, and allow records to be reviewed before a merge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9375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77824"/>
            <a:ext cx="914400" cy="50292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978"/>
                </a:solidFill>
                <a:latin typeface="Aptos"/>
              </a:defRPr>
            </a:pPr>
            <a:r>
              <a:t>What we want the system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18013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562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7830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Register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22199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Add and retrieve patient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44568" y="18013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8562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7830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Find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22199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Identify records that may be duplicates.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002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60020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47888" y="18013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18562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Check conflicts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22199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Use identity details to avoid unsafe matches.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3703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68880" y="370332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70048" y="3904487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70048" y="395935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8" y="388620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Review proposals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432511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Support approval or rejection based on checks.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03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19088" y="3904487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19088" y="395935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88620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Keep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32511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Record merge actions and allow undo of a merge link.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9375F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77824"/>
            <a:ext cx="914400" cy="50292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978"/>
                </a:solidFill>
                <a:latin typeface="Aptos"/>
              </a:defRPr>
            </a:pPr>
            <a:r>
              <a:t>Key functions available in the backend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175564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1051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73736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Patient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17627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Register patients and view saved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44568" y="175564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81051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73736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Candidate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17627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Find same-name candidates for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544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55448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47888" y="175564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181051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3736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Review proposals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17627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Create and process proposed matches.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36576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68880" y="365760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70048" y="38587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70048" y="39136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8" y="38404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Validation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427939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Reject proposals when verified identity details conflict.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6576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65760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19088" y="38587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19088" y="39136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8404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Merge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27939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View merge records and undo the recorded link.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9375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77824"/>
            <a:ext cx="914400" cy="50292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978"/>
                </a:solidFill>
                <a:latin typeface="Aptos"/>
              </a:defRPr>
            </a:pPr>
            <a:r>
              <a:t>A simple view of how the application components communicate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3246120" cy="1554480"/>
          </a:xfrm>
          <a:prstGeom prst="roundRect">
            <a:avLst/>
          </a:prstGeom>
          <a:solidFill>
            <a:srgbClr val="EBF3FA"/>
          </a:solidFill>
          <a:ln>
            <a:solidFill>
              <a:srgbClr val="C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29077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9375F"/>
                </a:solidFill>
                <a:latin typeface="Aptos"/>
              </a:defRPr>
            </a:pPr>
            <a:r>
              <a:t>Client / Postman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44368"/>
            <a:ext cx="2907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A323C"/>
                </a:solidFill>
                <a:latin typeface="Aptos"/>
              </a:defRPr>
            </a:pPr>
            <a:r>
              <a:t>Sends HTTP requests</a:t>
            </a:r>
            <a:br/>
            <a:r>
              <a:t>and receives responses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48840"/>
            <a:ext cx="3246120" cy="1554480"/>
          </a:xfrm>
          <a:prstGeom prst="roundRect">
            <a:avLst/>
          </a:prstGeom>
          <a:solidFill>
            <a:srgbClr val="EBF3FA"/>
          </a:solidFill>
          <a:ln>
            <a:solidFill>
              <a:srgbClr val="C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2450592"/>
            <a:ext cx="29077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9375F"/>
                </a:solidFill>
                <a:latin typeface="Aptos"/>
              </a:defRPr>
            </a:pPr>
            <a:r>
              <a:t>Spring Boot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944368"/>
            <a:ext cx="2907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A323C"/>
                </a:solidFill>
                <a:latin typeface="Aptos"/>
              </a:defRPr>
            </a:pPr>
            <a:r>
              <a:t>Processes requests</a:t>
            </a:r>
            <a:br/>
            <a:r>
              <a:t>and applies validation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148840"/>
            <a:ext cx="3246120" cy="1554480"/>
          </a:xfrm>
          <a:prstGeom prst="roundRect">
            <a:avLst/>
          </a:prstGeom>
          <a:solidFill>
            <a:srgbClr val="EBF3FA"/>
          </a:solidFill>
          <a:ln>
            <a:solidFill>
              <a:srgbClr val="C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2" y="2450592"/>
            <a:ext cx="29077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9375F"/>
                </a:solidFill>
                <a:latin typeface="Aptos"/>
              </a:defRPr>
            </a:pPr>
            <a:r>
              <a:t>MySQL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944368"/>
            <a:ext cx="2907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A323C"/>
                </a:solidFill>
                <a:latin typeface="Aptos"/>
              </a:defRPr>
            </a:pPr>
            <a:r>
              <a:t>Stores and retrieves</a:t>
            </a:r>
            <a:br/>
            <a:r>
              <a:t>application data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86200" y="2651760"/>
            <a:ext cx="411480" cy="457200"/>
          </a:xfrm>
          <a:prstGeom prst="rightArrow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7726679" y="2651760"/>
            <a:ext cx="411480" cy="457200"/>
          </a:xfrm>
          <a:prstGeom prst="rightArrow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5840" y="4389120"/>
            <a:ext cx="10149840" cy="777240"/>
          </a:xfrm>
          <a:prstGeom prst="roundRect">
            <a:avLst/>
          </a:prstGeom>
          <a:solidFill>
            <a:srgbClr val="F8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4617720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9375F"/>
                </a:solidFill>
                <a:latin typeface="Aptos"/>
              </a:defRPr>
            </a:pPr>
            <a:r>
              <a:t>Request → API logic → Database →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9375F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77824"/>
            <a:ext cx="914400" cy="50292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978"/>
                </a:solidFill>
                <a:latin typeface="Aptos"/>
              </a:defRPr>
            </a:pPr>
            <a:r>
              <a:t>Tools and technologies used to build and test the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170992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691639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13055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Main programming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44568" y="170992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76479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691639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13055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Runs the backend and REST endpoints.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087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50876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47888" y="170992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176479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691639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REST API +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13055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Lets clients send and receive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520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52044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1247" y="372160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" y="377647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370332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414223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Stores application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520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43400" y="352044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44568" y="372160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44568" y="377647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370332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Maven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8" y="414223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Manages dependencies and builds the project.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520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352044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247888" y="372160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47888" y="377647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6528" y="370332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Postman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528" y="414223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Tests API requests and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9375F"/>
                </a:solidFill>
                <a:latin typeface="Aptos"/>
              </a:defRPr>
            </a:pPr>
            <a:r>
              <a:t>Workflow and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77824"/>
            <a:ext cx="914400" cy="50292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978"/>
                </a:solidFill>
                <a:latin typeface="Aptos"/>
              </a:defRPr>
            </a:pPr>
            <a:r>
              <a:t>Example of the steps tested using Postman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18013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562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7830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1.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22199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Send patient details using the patient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44568" y="18013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8562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7830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2. Find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22199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Retrieve possible matches from the API.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002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60020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47888" y="180136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185623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3. Create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22199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Submit two patient record IDs for review.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3703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68880" y="370332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70048" y="3904487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70048" y="395935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8" y="388620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4. Check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432511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Inspect whether the proposal is pending or rejected.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0332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82296" cy="141732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19088" y="3904487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19088" y="395935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88620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5. Review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325112"/>
            <a:ext cx="2587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Check proposal and merge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9375F"/>
                </a:solidFill>
                <a:latin typeface="Aptos"/>
              </a:defRPr>
            </a:pPr>
            <a:r>
              <a:t>Results and Future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77824"/>
            <a:ext cx="914400" cy="50292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978"/>
                </a:solidFill>
                <a:latin typeface="Aptos"/>
              </a:defRPr>
            </a:pPr>
            <a:r>
              <a:t>Current results and ideas for future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82296" cy="150876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175564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1051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73736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Current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176272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Can register and retrieve records, find candidates, and create proposals.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82296" cy="150876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44568" y="175564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81051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73736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Identity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176272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Can reject proposals when verified identifiers conflict.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544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554480"/>
            <a:ext cx="82296" cy="150876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47888" y="175564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181051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37360"/>
            <a:ext cx="25877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Review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176272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Stores merge actions without deleting original patient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3840480"/>
            <a:ext cx="4389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508760" y="3840480"/>
            <a:ext cx="82296" cy="123444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09928" y="404164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09928" y="409651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58568" y="4023360"/>
            <a:ext cx="34564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Future: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8568" y="4462272"/>
            <a:ext cx="345643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Add JWT login and reviewer roles.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40480"/>
            <a:ext cx="4389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3840480"/>
            <a:ext cx="82296" cy="1234440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73368" y="4041648"/>
            <a:ext cx="438912" cy="438912"/>
          </a:xfrm>
          <a:prstGeom prst="ellipse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3368" y="4096512"/>
            <a:ext cx="438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9375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4023360"/>
            <a:ext cx="34564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Future: testing/services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4462272"/>
            <a:ext cx="345643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A323C"/>
                </a:solidFill>
                <a:latin typeface="Aptos"/>
              </a:defRPr>
            </a:pPr>
            <a:r>
              <a:t>Add automated tests and consider splitting into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40680" y="960120"/>
            <a:ext cx="1234440" cy="1234440"/>
          </a:xfrm>
          <a:prstGeom prst="ellipse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40680" y="129844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0">
                <a:solidFill>
                  <a:srgbClr val="D2E6F5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4572000"/>
            <a:ext cx="2743200" cy="36576"/>
          </a:xfrm>
          <a:prstGeom prst="rect">
            <a:avLst/>
          </a:prstGeom>
          <a:solidFill>
            <a:srgbClr val="E6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89204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Bhanu Prakash  |  Prabhuling  |  Pavan Teja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713</Words>
  <Application>Microsoft Office PowerPoint</Application>
  <PresentationFormat>Widescreen</PresentationFormat>
  <Paragraphs>144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Pavan Teja</cp:lastModifiedBy>
  <cp:revision>2</cp:revision>
  <dcterms:created xsi:type="dcterms:W3CDTF">2013-01-27T09:14:16Z</dcterms:created>
  <dcterms:modified xsi:type="dcterms:W3CDTF">2026-10-27T08:27:30Z</dcterms:modified>
  <cp:category/>
</cp:coreProperties>
</file>